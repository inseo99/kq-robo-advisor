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국면 라벨 차기 버전(N7) 채택 심의 요약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regime-next 브랜치 · 사전 등록 5시도(기각 1·대체 1·대안 2·합격 1) · 채택 라벨·홀드아웃·발표 수치 불가침 유지 · 상세: docs/REGIME_N7_ADOPTION.md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바뀌나 (규칙 2개, 튜닝 파라미터 0개)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물가 축 — 창 내 중앙값 → 당시 물가안정목표(창-독립)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상향은 목표 초과 즉시, 하향은 목표 −0.5%p(한은 설명책임 폭) 미만일 때만. 창 불일치의 79%가 물가축이라는 진단에 대한 직접 처방.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축 — 위험 해제만 강도 조건부 (진입은 V2와 동일·즉시)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 상회 폭이 75분위 이상이면 즉시 인정, 미만이면 2분기 확인. 기각됐던 양방향 k-확인과 달리 위기 진입 무지연 — 위기 앵커 6/6 보존.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703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홀드아웃 대조 (실운영 판정과 수기 대조용)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01~02월 스태그플레이션 (GDP −0.1 · CPI 2.0)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03~06월 리플레이션 (GDP +1.8 반등 · CPI 2.2→3.2)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V2·N7 전 구간 동일 판정, N7은 3창 만장일치 — 검증 질문은 "실운영이 3월 전환을 얼마나 빨리 따라갔나"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 채점 (전 기준 합격 5/5)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45936" y="16459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6459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현행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38360" y="16459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27080" y="16459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2048256"/>
            <a:ext cx="5504688" cy="402336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20482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민감도 (10y vs 5y)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0" y="20482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68.3%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738360" y="20482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91.7%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27080" y="204825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+23.4%p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45936" y="24505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3창 전체 일치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0" y="24505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63.3%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738360" y="24505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85.0%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27080" y="24505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+21.7%p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4496" y="2852928"/>
            <a:ext cx="5504688" cy="402336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23" name="Text 21"/>
          <p:cNvSpPr/>
          <p:nvPr/>
        </p:nvSpPr>
        <p:spPr>
          <a:xfrm>
            <a:off x="6345936" y="28529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 앵커 (6종)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0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38360" y="28529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27080" y="285292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45936" y="32552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횟수 (15년)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0" y="32552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33회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38360" y="32552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27080" y="325526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빈도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54496" y="3657600"/>
            <a:ext cx="5504688" cy="402336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3657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이하 구간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0" y="36576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23개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738360" y="36576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927080" y="36576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−11개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45936" y="40599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스태그 진입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0" y="40599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10y만 3월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738360" y="40599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3창 모두 3월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927080" y="405993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54496" y="4462272"/>
            <a:ext cx="5504688" cy="402336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41" name="Text 39"/>
          <p:cNvSpPr/>
          <p:nvPr/>
        </p:nvSpPr>
        <p:spPr>
          <a:xfrm>
            <a:off x="6345936" y="44622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ERC 4국면 비중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686800" y="44622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738360" y="44622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≤0.3%p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927080" y="44622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 안정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0936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전 확인 절차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309360" y="5349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 적용·푸시  →  QA §8 가격 검증  →  서버 재시작+Ctrl+F5 화면 확인  →  팀 머지(= 공식 채택)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전문: regime_next_실험로그.md · 재현: scripts/regime_next_n7.py · 대안 보존: N5(민감도 최우선)·N6(안정성 최우선) · 구본 백업: labels_v2_adopted_backup.csv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2026-07-10T10:12:15Z</dcterms:created>
  <dcterms:modified xsi:type="dcterms:W3CDTF">2026-07-10T10:12:15Z</dcterms:modified>
</cp:coreProperties>
</file>