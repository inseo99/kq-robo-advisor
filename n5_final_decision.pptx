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국면 라벨 최종 결정: N5 채택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 7시도(N1~N8·J1) · 채택 발효 = 팀 머지 · 결정문 docs/REGIME_FINAL_DECISION.md · 실험 전문 regime_next_실험로그.md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바뀌나 — 물가 축 하나 (튜닝 파라미터 0개)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내 중앙값 → 당시 한국은행 물가안정목표 (창-독립)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상향은 목표 초과 즉시, 하향은 목표 −0.5%p(설명책임 폭) 미만일 때만. 창 불일치의 79%가 물가축(저인플레기 집중)이라는 진단의 직접 처방. 성장 축·분기 구조·워크포워드·2026 홀드아웃은 V2 그대로.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전 기준 합격한 N7이 아니라 N5인가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레이어 실측이 결정타 — N7 라벨로 학습하면 나우캐스트 스태그 확률이 2024년 78%로 경화(완화 신호 소거), N5는 56%로 하락하며 2024년 완화를 표현. 화면 판정의 정직성 &gt; 라벨의 매끈함.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미달 1건 — 명기 채택 (완화 아님)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이하 구간 24개 (사전 등록 기준 ≤23) — 후처리 없이 유지.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병합은 미래 정보 사용(비인과)이며, A–B–A 후보 17개에 2021-09·2022-03 위기 구간이 포함돼 균일 병합은 앵커를 파괴. 기준을 지킨 채 미달을 공개하는 것이 검증 문화(T1 기각·음수 초과성과 공개)와 같은 문법.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09360" y="1298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성적 (V2 → N5)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45936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0" y="1645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0" y="16459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0" y="16459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54496" y="2029968"/>
            <a:ext cx="5504688" cy="384048"/>
          </a:xfrm>
          <a:prstGeom prst="rect">
            <a:avLst/>
          </a:prstGeom>
          <a:solidFill>
            <a:srgbClr val="F6F6F4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민감도 (10y vs 5y)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2029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68.3%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0" y="202996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93.3%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0" y="20299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+25.0%p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45936" y="24140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3창 전체 일치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24140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63.3%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0" y="241401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92.2%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0" y="24140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+28.9%p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54496" y="2798064"/>
            <a:ext cx="5504688" cy="384048"/>
          </a:xfrm>
          <a:prstGeom prst="rect">
            <a:avLst/>
          </a:prstGeom>
          <a:solidFill>
            <a:srgbClr val="F6F6F4"/>
          </a:solidFill>
          <a:ln/>
        </p:spPr>
      </p:sp>
      <p:sp>
        <p:nvSpPr>
          <p:cNvPr id="23" name="Text 21"/>
          <p:cNvSpPr/>
          <p:nvPr/>
        </p:nvSpPr>
        <p:spPr>
          <a:xfrm>
            <a:off x="6345936" y="27980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 앵커 (6종)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78240" y="27980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0" y="279806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0" y="279806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45936" y="3182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/ 최장 구간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0" y="31821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33회/24개월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0" y="3182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33회/24개월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0" y="31821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민감도 보존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54496" y="3566160"/>
            <a:ext cx="5504688" cy="384048"/>
          </a:xfrm>
          <a:prstGeom prst="rect">
            <a:avLst/>
          </a:prstGeom>
          <a:solidFill>
            <a:srgbClr val="F6F6F4"/>
          </a:solidFill>
          <a:ln/>
        </p:spPr>
      </p:sp>
      <p:sp>
        <p:nvSpPr>
          <p:cNvPr id="32" name="Text 30"/>
          <p:cNvSpPr/>
          <p:nvPr/>
        </p:nvSpPr>
        <p:spPr>
          <a:xfrm>
            <a:off x="6345936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이하 구간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78240" y="3566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75520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24개 (+1)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72800" y="35661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미달 명기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45936" y="3950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스태그 확률(연평균)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78240" y="39502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75520" y="395020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0" y="39502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완화 표현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54496" y="4334256"/>
            <a:ext cx="5504688" cy="384048"/>
          </a:xfrm>
          <a:prstGeom prst="rect">
            <a:avLst/>
          </a:prstGeom>
          <a:solidFill>
            <a:srgbClr val="F6F6F4"/>
          </a:solidFill>
          <a:ln/>
        </p:spPr>
      </p:sp>
      <p:sp>
        <p:nvSpPr>
          <p:cNvPr id="41" name="Text 39"/>
          <p:cNvSpPr/>
          <p:nvPr/>
        </p:nvSpPr>
        <p:spPr>
          <a:xfrm>
            <a:off x="6345936" y="43342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ERC 4국면 비중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78240" y="43342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875520" y="433425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≤1.2%p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972800" y="433425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배분 안정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9360" y="4892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이후 완료된 후속 조치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309360" y="5212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9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잠정 판정 엔진(라벨 공백기 화면 개선, 채점 합격) · 운영 판정 월간 로거 · 사후 확정 라벨 2-트랙(NBER 방식) · HMM 벤치마크(위기 전환 수렴 확인) · 논문 Discussion 초안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물가축 상향 CPI&gt;T(t) 즉시 · 하향 CPI&lt;T(t)−0.5%p (T: 2016~ 2.0 / 이전 3.0) · 성장축 GDP QoQ vs 10y 창 중앙값(V2 동일) · 재현 scripts/regime_next_n5.py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2026-07-10T15:49:55Z</dcterms:created>
  <dcterms:modified xsi:type="dcterms:W3CDTF">2026-07-10T15:49:55Z</dcterms:modified>
</cp:coreProperties>
</file>